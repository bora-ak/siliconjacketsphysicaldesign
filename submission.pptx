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869ef427ad964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869ef427ad964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4c6a0bd147ef8d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4c6a0bd147ef8d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c6a0bd147ef8d2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4c6a0bd147ef8d2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6869ef427ad964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6869ef427ad964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c6a0bd147ef8d2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4c6a0bd147ef8d2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4c6a0bd147ef8d2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4c6a0bd147ef8d2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4c6a0bd147ef8d2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4c6a0bd147ef8d2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4c6a0bd147ef8d2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4c6a0bd147ef8d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4c6a0bd147ef8d2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4c6a0bd147ef8d2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c6a0bd147ef8d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4c6a0bd147ef8d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4c6a0bd147ef8d2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4c6a0bd147ef8d2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6869ef427ad9646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6869ef427ad9646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c6a0bd147ef8d2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c6a0bd147ef8d2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4c6a0bd147ef8d2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4c6a0bd147ef8d2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c6a0bd147ef8d2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4c6a0bd147ef8d2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6869ef427ad9646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6869ef427ad9646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4c6a0bd147ef8d2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4c6a0bd147ef8d2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4c6a0bd147ef8d2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4c6a0bd147ef8d2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4c6a0bd147ef8d2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4c6a0bd147ef8d2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4c6a0bd147ef8d2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4c6a0bd147ef8d2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4c6a0bd147ef8d2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4c6a0bd147ef8d2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6869ef427ad964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6869ef427ad964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4c6a0bd147ef8d2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4c6a0bd147ef8d2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4c6a0bd147ef8d2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4c6a0bd147ef8d2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4c6a0bd147ef8d2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4c6a0bd147ef8d2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c6a0bd147ef8d2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4c6a0bd147ef8d2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4c6a0bd147ef8d2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4c6a0bd147ef8d2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4c6a0bd147ef8d2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4c6a0bd147ef8d2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4c6a0bd147ef8d2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h4c6a0bd147ef8d2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4c6a0bd147ef8d2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4c6a0bd147ef8d2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6869ef427ad9646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6869ef427ad9646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4c6a0bd147ef8d2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4c6a0bd147ef8d2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4c6a0bd147ef8d2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4c6a0bd147ef8d2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 Submission Doc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Discord: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1.1b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</a:t>
            </a:r>
            <a:endParaRPr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2.1a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2.2a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2.2b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2.3a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2.3b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2.3c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2.4a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</a:t>
            </a:r>
            <a:endParaRPr/>
          </a:p>
        </p:txBody>
      </p:sp>
      <p:sp>
        <p:nvSpPr>
          <p:cNvPr id="127" name="Google Shape;12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3.1a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3.2a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3.2b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</a:t>
            </a:r>
            <a:endParaRPr/>
          </a:p>
        </p:txBody>
      </p:sp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4.1a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4.2a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4.2b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4.3a</a:t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4.3b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5</a:t>
            </a:r>
            <a:endParaRPr/>
          </a:p>
        </p:txBody>
      </p:sp>
      <p:sp>
        <p:nvSpPr>
          <p:cNvPr id="187" name="Google Shape;187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5a</a:t>
            </a:r>
            <a:endParaRPr/>
          </a:p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5b</a:t>
            </a:r>
            <a:endParaRPr/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5.1a</a:t>
            </a:r>
            <a:endParaRPr/>
          </a:p>
        </p:txBody>
      </p:sp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5.1b</a:t>
            </a:r>
            <a:endParaRPr/>
          </a:p>
        </p:txBody>
      </p:sp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5.2a</a:t>
            </a:r>
            <a:endParaRPr/>
          </a:p>
        </p:txBody>
      </p:sp>
      <p:sp>
        <p:nvSpPr>
          <p:cNvPr id="217" name="Google Shape;21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5.2b</a:t>
            </a:r>
            <a:endParaRPr/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5.2c</a:t>
            </a:r>
            <a:endParaRPr/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5.2d</a:t>
            </a:r>
            <a:endParaRPr/>
          </a:p>
        </p:txBody>
      </p:sp>
      <p:sp>
        <p:nvSpPr>
          <p:cNvPr id="235" name="Google Shape;23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6</a:t>
            </a:r>
            <a:endParaRPr/>
          </a:p>
        </p:txBody>
      </p:sp>
      <p:sp>
        <p:nvSpPr>
          <p:cNvPr id="241" name="Google Shape;241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6.1</a:t>
            </a:r>
            <a:endParaRPr/>
          </a:p>
        </p:txBody>
      </p:sp>
      <p:sp>
        <p:nvSpPr>
          <p:cNvPr id="247" name="Google Shape;24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6.2</a:t>
            </a:r>
            <a:endParaRPr/>
          </a:p>
        </p:txBody>
      </p:sp>
      <p:sp>
        <p:nvSpPr>
          <p:cNvPr id="253" name="Google Shape;25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